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We'll work through a real, published dataset and see the FAIR principles as actual files and metadata decisions — not theory. The key idea: a repository gives you F and A almost for free; the I and R are your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RNA-seq is a great worked example. Three things go into the repository: metadata, raw FASTQ, and the count matrix. Batch effects can swamp the biology — record them in metadata from day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— the accession is a permanent, citable ID. F4 — indexed and keyword-searchable. One click downloads over HTTPS, no login: that's A1/A1.1. Then point them at your institution's preferred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FAIR is won or lost. MAGE-TAB = IDF (study-level) + SDRF (per-sample + file links). Use ontology terms (EFO, OBI, UBERON), not free text, so machines can read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we've discussed comes from a spreadsheet you fill in as you run the experiment — which becomes the SDRF. Annotare can't conjure information that was never recorded; batch info especially is lost if not captured at the bench.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licence = others can't legally reuse it (CC0 or CC-BY). Provenance: genome build and software versions matter. Take-home: repositories do F/A, you supply I/R, and FAIR starts at experimental design. Ask everyone for one specific change they'll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3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94360"/>
            <a:ext cx="24688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ioFAI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13232"/>
            <a:ext cx="1379424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18288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F47D20"/>
                </a:solidFill>
                <a:latin typeface="Calibri"/>
              </a:rPr>
              <a:t>WORKSHOP · MODULE 02 · 6 STEPS · ~60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51560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When a public repository solves most of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114800"/>
            <a:ext cx="914400" cy="82296"/>
          </a:xfrm>
          <a:prstGeom prst="rect">
            <a:avLst/>
          </a:prstGeom>
          <a:solidFill>
            <a:srgbClr val="F47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00200" y="4114800"/>
            <a:ext cx="914400" cy="82296"/>
          </a:xfrm>
          <a:prstGeom prst="rect">
            <a:avLst/>
          </a:prstGeom>
          <a:solidFill>
            <a:srgbClr val="037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389120"/>
            <a:ext cx="96012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C7D2DA"/>
                </a:solidFill>
                <a:latin typeface="Calibri"/>
              </a:rPr>
              <a:t>For many data types in life sciences (sequencing, proteomics, structures), depositing in the appropriate community repository handles 80% of FAIR automatically. This module covers how to recognise that situation and guide researchers to the right home.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636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47D20"/>
                </a:solidFill>
                <a:latin typeface="Calibri"/>
              </a:rPr>
              <a:t>Built by the ELIXIR-UK RDM Club  ·  commissioned by BioFAIR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23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7782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Introduction &amp; FAIR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9260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47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82296"/>
          </a:xfrm>
          <a:prstGeom prst="rect">
            <a:avLst/>
          </a:prstGeom>
          <a:solidFill>
            <a:srgbClr val="F47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99032"/>
            <a:ext cx="11183112" cy="429768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23452"/>
                </a:solidFill>
                <a:latin typeface="Calibri"/>
              </a:rPr>
              <a:t>•  FAIR = Findable, Accessible, Interoperable, Reusable (Wilkinson 2016)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23452"/>
                </a:solidFill>
                <a:latin typeface="Calibri"/>
              </a:rPr>
              <a:t>•  The repository handles the plumbing; the researcher supplies the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4A6577"/>
                </a:solidFill>
                <a:latin typeface="Calibri"/>
              </a:rPr>
              <a:t>Built by the ELIXIR-UK RDM Club  ·  Module 02 — FAIRification of RNA-seq</a:t>
            </a:r>
          </a:p>
        </p:txBody>
      </p:sp>
      <p:pic>
        <p:nvPicPr>
          <p:cNvPr id="9" name="Picture 8" descr="BioFAI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6355080"/>
            <a:ext cx="788242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23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7782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9260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47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120640" cy="82296"/>
          </a:xfrm>
          <a:prstGeom prst="rect">
            <a:avLst/>
          </a:prstGeom>
          <a:solidFill>
            <a:srgbClr val="F47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99032"/>
            <a:ext cx="5029200" cy="429768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23452"/>
                </a:solidFill>
                <a:latin typeface="Calibri"/>
              </a:rPr>
              <a:t>•  Worked dataset: Alivernini et al. 2020 · E-MTAB-9224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23452"/>
                </a:solidFill>
                <a:latin typeface="Calibri"/>
              </a:rPr>
              <a:t>•  Same structure for scRNA-seq, proteomics (PRIDE), metabolomics (MetaboLights)</a:t>
            </a:r>
          </a:p>
        </p:txBody>
      </p:sp>
      <p:pic>
        <p:nvPicPr>
          <p:cNvPr id="8" name="Picture 7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00"/>
            <a:ext cx="5943600" cy="22458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4A6577"/>
                </a:solidFill>
                <a:latin typeface="Calibri"/>
              </a:rPr>
              <a:t>Built by the ELIXIR-UK RDM Club  ·  Module 02 — FAIRification of RNA-seq</a:t>
            </a:r>
          </a:p>
        </p:txBody>
      </p:sp>
      <p:pic>
        <p:nvPicPr>
          <p:cNvPr id="10" name="Picture 9" descr="BioFAI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355080"/>
            <a:ext cx="788242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23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7782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Finding the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9260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47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82296"/>
          </a:xfrm>
          <a:prstGeom prst="rect">
            <a:avLst/>
          </a:prstGeom>
          <a:solidFill>
            <a:srgbClr val="F47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99032"/>
            <a:ext cx="11183112" cy="301752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23452"/>
                </a:solidFill>
                <a:latin typeface="Calibri"/>
              </a:rPr>
              <a:t>•  Accession E-MTAB-9224 is globally unique &amp; persistent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23452"/>
                </a:solidFill>
                <a:latin typeface="Calibri"/>
              </a:rPr>
              <a:t>•  Where your researchers deposit: [ your institution's preferred repository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800600"/>
            <a:ext cx="73152" cy="1234440"/>
          </a:xfrm>
          <a:prstGeom prst="rect">
            <a:avLst/>
          </a:prstGeom>
          <a:solidFill>
            <a:srgbClr val="037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4800600"/>
            <a:ext cx="11201400" cy="1234440"/>
          </a:xfrm>
          <a:prstGeom prst="rect">
            <a:avLst/>
          </a:prstGeom>
          <a:solidFill>
            <a:srgbClr val="E6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10835640" cy="12344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023452"/>
                </a:solidFill>
                <a:latin typeface="Calibri"/>
              </a:rPr>
              <a:t>✏  Exercise: Exercise 1 (5 min): find the accession in the Alivernini paper, then locate it in ArrayExpress. What's visible before you download anything?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4A6577"/>
                </a:solidFill>
                <a:latin typeface="Calibri"/>
              </a:rPr>
              <a:t>Built by the ELIXIR-UK RDM Club  ·  Module 02 — FAIRification of RNA-seq</a:t>
            </a:r>
          </a:p>
        </p:txBody>
      </p:sp>
      <p:pic>
        <p:nvPicPr>
          <p:cNvPr id="12" name="Picture 11" descr="BioFAI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6355080"/>
            <a:ext cx="788242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23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7782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Metadata &amp; community standards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9260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47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82296"/>
          </a:xfrm>
          <a:prstGeom prst="rect">
            <a:avLst/>
          </a:prstGeom>
          <a:solidFill>
            <a:srgbClr val="F47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99032"/>
            <a:ext cx="11183112" cy="301752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23452"/>
                </a:solidFill>
                <a:latin typeface="Calibri"/>
              </a:rPr>
              <a:t>•  F2 rich metadata · F3 SDRF links each sample to its FASTQ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23452"/>
                </a:solidFill>
                <a:latin typeface="Calibri"/>
              </a:rPr>
              <a:t>•  R1.3 community standard (MAGE-TAB) · I1 controlled vocabularies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800600"/>
            <a:ext cx="73152" cy="1234440"/>
          </a:xfrm>
          <a:prstGeom prst="rect">
            <a:avLst/>
          </a:prstGeom>
          <a:solidFill>
            <a:srgbClr val="037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4800600"/>
            <a:ext cx="11201400" cy="1234440"/>
          </a:xfrm>
          <a:prstGeom prst="rect">
            <a:avLst/>
          </a:prstGeom>
          <a:solidFill>
            <a:srgbClr val="E6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10835640" cy="12344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023452"/>
                </a:solidFill>
                <a:latin typeface="Calibri"/>
              </a:rPr>
              <a:t>✏  Exercise: Exercise 2 (8 min): open the SDRF for E-MTAB-9224. Clear variable names? Batch info recorded? Ontology URIs or free text? Could you reuse it without contacting the authors?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4A6577"/>
                </a:solidFill>
                <a:latin typeface="Calibri"/>
              </a:rPr>
              <a:t>Built by the ELIXIR-UK RDM Club  ·  Module 02 — FAIRification of RNA-seq</a:t>
            </a:r>
          </a:p>
        </p:txBody>
      </p:sp>
      <p:pic>
        <p:nvPicPr>
          <p:cNvPr id="12" name="Picture 11" descr="BioFAI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6355080"/>
            <a:ext cx="788242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23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7782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Building a FAIR metadata spreadsheet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9260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47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82296"/>
          </a:xfrm>
          <a:prstGeom prst="rect">
            <a:avLst/>
          </a:prstGeom>
          <a:solidFill>
            <a:srgbClr val="F47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99032"/>
            <a:ext cx="11183112" cy="429768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23452"/>
                </a:solidFill>
                <a:latin typeface="Calibri"/>
              </a:rPr>
              <a:t>•  Compulsory: sample IDs, condition, replicates, platform, reference genome + version, protocol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23452"/>
                </a:solidFill>
                <a:latin typeface="Calibri"/>
              </a:rPr>
              <a:t>•  Strongly recommended: batch (run/date/operator), RIN, QC, confounders, software versions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4A6577"/>
                </a:solidFill>
                <a:latin typeface="Calibri"/>
              </a:rPr>
              <a:t>Built by the ELIXIR-UK RDM Club  ·  Module 02 — FAIRification of RNA-seq</a:t>
            </a:r>
          </a:p>
        </p:txBody>
      </p:sp>
      <p:pic>
        <p:nvPicPr>
          <p:cNvPr id="9" name="Picture 8" descr="BioFAI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6355080"/>
            <a:ext cx="788242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23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7782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Licensing, provenance &amp; wrap-up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9260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47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82296"/>
          </a:xfrm>
          <a:prstGeom prst="rect">
            <a:avLst/>
          </a:prstGeom>
          <a:solidFill>
            <a:srgbClr val="F47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99032"/>
            <a:ext cx="11183112" cy="429768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23452"/>
                </a:solidFill>
                <a:latin typeface="Calibri"/>
              </a:rPr>
              <a:t>•  Repository handles F1, F3, F4, A1, A2 · you must provide F2, I1, R1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23452"/>
                </a:solidFill>
                <a:latin typeface="Calibri"/>
              </a:rPr>
              <a:t>•  Local support: [ set up your institution profile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4A6577"/>
                </a:solidFill>
                <a:latin typeface="Calibri"/>
              </a:rPr>
              <a:t>Built by the ELIXIR-UK RDM Club  ·  Module 02 — FAIRification of RNA-seq</a:t>
            </a:r>
          </a:p>
        </p:txBody>
      </p:sp>
      <p:pic>
        <p:nvPicPr>
          <p:cNvPr id="9" name="Picture 8" descr="BioFAI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6355080"/>
            <a:ext cx="788242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
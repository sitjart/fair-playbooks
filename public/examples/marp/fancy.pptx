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Welcome. A real published dataset, FAIR as actual files and metadata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A repository gives F and A; the I and R are the researcher's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F1 identifier, F4 discoverability. Point to YOUR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FAIRification of&lt;br&gt;RNA-seq data&lt;span class="period"&gt;.&lt;/span&gt;</dc:title>
  <dc:subject>PptxGenJS Presentation</dc:subject>
  <dc:creator>Created by Marp</dc:creator>
  <cp:lastModifiedBy>Created by Marp</cp:lastModifiedBy>
  <cp:revision>1</cp:revision>
  <dcterms:created xsi:type="dcterms:W3CDTF">2026-06-05T10:58:17Z</dcterms:created>
  <dcterms:modified xsi:type="dcterms:W3CDTF">2026-06-05T10:58:17Z</dcterms:modified>
</cp:coreProperties>
</file>
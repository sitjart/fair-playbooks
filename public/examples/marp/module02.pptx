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Welcome. We work through a real, published dataset and see the FAIR principles
as actual files, accession numbers and metadata decisions — not abstract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A repository gives you F and A almost for free. The I and R — good metadata,
ontology terms, a licence — are the researcher's job. That boundary is the whole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F1 is the identifier; F4 is discoverability. Point them at YOUR institution's
preferred repository. (In the live web kit this placeholder fills from the institution profile;
in an exported PPTX/PDF it stays as a marked placeholder to fill once.)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FAIRification of RNAseq Data</dc:title>
  <dc:subject>PptxGenJS Presentation</dc:subject>
  <dc:creator>Created by Marp</dc:creator>
  <cp:lastModifiedBy>Created by Marp</cp:lastModifiedBy>
  <cp:revision>1</cp:revision>
  <dcterms:created xsi:type="dcterms:W3CDTF">2026-06-05T09:05:02Z</dcterms:created>
  <dcterms:modified xsi:type="dcterms:W3CDTF">2026-06-05T09:05:02Z</dcterms:modified>
</cp:coreProperties>
</file>